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71" r:id="rId3"/>
    <p:sldId id="260" r:id="rId4"/>
    <p:sldId id="261" r:id="rId5"/>
    <p:sldId id="272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93"/>
    <p:restoredTop sz="94705"/>
  </p:normalViewPr>
  <p:slideViewPr>
    <p:cSldViewPr snapToGrid="0">
      <p:cViewPr varScale="1">
        <p:scale>
          <a:sx n="133" d="100"/>
          <a:sy n="133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FF3420-4ADE-893A-17E5-30395F6B3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48C8A6-5A44-D032-E8D6-D8FD4FFD0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AD13B6-1D05-C946-8A47-41CB2866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D80062-9A2B-46DA-38F5-149F7389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6D7E5A-2420-4CED-5068-18D6B7E6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37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2C4BE1-CA43-0B76-5B55-0D47E1D3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DE7B4B-0571-A624-AF6C-6729D8393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4F03EE-5D62-437E-844C-2E73F4EB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C6EBB3-8B9C-24F2-8B0E-A590F7A5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A7E07F-EE3D-50B0-6946-DA1B65D0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699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2A95D2-B81C-6726-DB19-8A7F83C8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0953F0-C95A-0697-1507-838321272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FE205F-E0BB-C9C8-DCBD-2AEA5A86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D088C5-9AF3-B10B-24E3-495063C1C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1E8660-34AC-1319-268F-77BA287F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586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790219-0D1B-6C94-D7DF-CEAD535B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310EC8-5198-24BD-90FA-F464EBC42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7C4C466-BFDE-9F65-BD0F-DB3B29F0E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0A7CBD-A914-0FE9-7BBB-FB52E28B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33C7A1-0DAF-FBDC-F62A-AA3DC7A0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CBDCA5-C53E-5ECD-A8C0-5BE9BA61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32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B48B3F-5A9E-C311-D2CC-E3090119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40477E-F6D5-9DDE-B47A-B5D977FDC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5DFBBE-B61B-FCA0-6F75-C4CAE30FE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45552F-DF49-B1C8-AD77-9EBD50E9B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15ADF40-B7C9-2E60-9145-20A415B02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D9DC4B8-C87E-AE81-5074-77AE22D9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B1FEAE-238F-B0DC-2DB5-D212AB1A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4AF83D-83FE-318B-482A-9F2559FF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267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DE0C7B-D8F8-19B8-49E0-EBE51863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0AC6AA-6F18-4B28-3D02-D0EEEF14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F6FD25-7F04-6198-E75B-2F9E17D2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6E0994-4904-AA49-9666-FE42ADF7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89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5AD37C-BC6D-93D4-D8E3-E98623B8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F95491-7A94-43BD-3678-99A6619B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FB831B-0288-6571-9029-4EE79BE1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78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73F1C4-FB06-8D99-A837-6E11E2C5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351B44-5649-8E60-DFDD-FE55F16F4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D5B0FA-38B5-A60F-65A5-AEB40AF80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43E587-B10E-0158-4660-A48F9FC1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4FC244-062D-4E62-A405-EF589DC9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E36DD1-6E84-62ED-761E-6A709030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04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72961C-BB53-2F89-9029-76879DD0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73DB05A-8229-ED0E-D338-15671F27E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B77293-3849-3EB7-6269-1A79C02CE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04AAA3-4247-B552-64D4-23E32F96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C7F1B0-D62B-A0AD-F729-411AA308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A7137F-1531-C7B6-D08E-BA030370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DD179-E44D-0509-A648-6D7D5184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FE5882-07D4-C871-A409-D78F10EFA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494B97-5EE4-4841-1EA9-DE2D9753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B6229B-7F91-0F05-271F-3C11D2F1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9F0B5D-DB1A-4A61-C967-C09B79EE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088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9095FBE-6F06-6602-14A9-02B09E616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635C88-46A8-3D5B-38AC-85CC898F6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D5EF27-15F3-9F65-9B0F-704954CE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A7EDA9-C652-A172-1759-87CC631B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DE1631-5886-1693-1725-8647295F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818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00B16DA-739A-93DE-9077-963CCE5BA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DCBE66-4B3F-E09B-46CF-08F5B406A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937714-2732-5BEC-6C95-A4E952EAC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56421-045F-8043-876D-9AFA5D707091}" type="datetimeFigureOut">
              <a:rPr kumimoji="1" lang="ja-JP" altLang="en-US" smtClean="0"/>
              <a:t>2024/1/19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80EA24-EB72-FF2A-D5F7-CC8C9232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5900C4-219B-68AA-BCB4-B200141AF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F8B05-3865-B046-AC32-D7C2AC5244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4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0291B-AC27-4147-4C3E-2680DAA6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kumimoji="1" lang="en-US" altLang="ja-JP" sz="4800" b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Remote Monitoring Demonstration</a:t>
            </a:r>
          </a:p>
          <a:p>
            <a:pPr marL="0" indent="0">
              <a:buNone/>
            </a:pPr>
            <a:r>
              <a:rPr lang="en-US" altLang="ja-JP" sz="4800" b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Using CYPHONIC</a:t>
            </a:r>
            <a:endParaRPr kumimoji="1" lang="ja-JP" altLang="en-US" sz="4800" b="1">
              <a:solidFill>
                <a:schemeClr val="accent1">
                  <a:lumMod val="75000"/>
                </a:schemeClr>
              </a:solidFill>
              <a:latin typeface="Helvetica" pitchFamily="2" charset="0"/>
            </a:endParaRPr>
          </a:p>
        </p:txBody>
      </p:sp>
      <p:pic>
        <p:nvPicPr>
          <p:cNvPr id="5" name="図 4" descr="図形&#10;&#10;低い精度で自動的に生成された説明">
            <a:extLst>
              <a:ext uri="{FF2B5EF4-FFF2-40B4-BE49-F238E27FC236}">
                <a16:creationId xmlns:a16="http://schemas.microsoft.com/office/drawing/2014/main" id="{8662C50B-5608-D2DD-6A75-63E7F14D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898" y="2252347"/>
            <a:ext cx="4791395" cy="479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2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0291B-AC27-4147-4C3E-2680DAA6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kumimoji="1"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CYPHONIC </a:t>
            </a: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Adapter connected to </a:t>
            </a: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Private IPv4 network</a:t>
            </a:r>
            <a:endParaRPr kumimoji="1" lang="ja-JP" altLang="en-US" sz="5400" b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2F2959-7C40-1DC8-A3A9-CBD21B88EF91}"/>
              </a:ext>
            </a:extLst>
          </p:cNvPr>
          <p:cNvSpPr txBox="1"/>
          <p:nvPr/>
        </p:nvSpPr>
        <p:spPr>
          <a:xfrm>
            <a:off x="3873276" y="5678906"/>
            <a:ext cx="4250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ja-JP" sz="2400" b="1" dirty="0">
                <a:latin typeface="Helvetica" pitchFamily="2" charset="0"/>
              </a:rPr>
              <a:t>Private IP   : 192.168.10.5/24</a:t>
            </a:r>
          </a:p>
        </p:txBody>
      </p:sp>
    </p:spTree>
    <p:extLst>
      <p:ext uri="{BB962C8B-B14F-4D97-AF65-F5344CB8AC3E}">
        <p14:creationId xmlns:p14="http://schemas.microsoft.com/office/powerpoint/2010/main" val="68473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0291B-AC27-4147-4C3E-2680DAA6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kumimoji="1"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CYPHONIC </a:t>
            </a: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Adapter connected to </a:t>
            </a: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Global IPv6 network</a:t>
            </a:r>
            <a:endParaRPr kumimoji="1" lang="ja-JP" altLang="en-US" sz="5400" b="1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40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0291B-AC27-4147-4C3E-2680DAA6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NAPT Router 1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BF16F5-0EEA-49EC-FB2A-D92CF9321A73}"/>
              </a:ext>
            </a:extLst>
          </p:cNvPr>
          <p:cNvSpPr txBox="1"/>
          <p:nvPr/>
        </p:nvSpPr>
        <p:spPr>
          <a:xfrm>
            <a:off x="3873276" y="5274646"/>
            <a:ext cx="4616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ja-JP" sz="2400" b="1" dirty="0">
                <a:latin typeface="Helvetica" pitchFamily="2" charset="0"/>
              </a:rPr>
              <a:t>External IP	: 10.0.100.105/24</a:t>
            </a:r>
          </a:p>
          <a:p>
            <a:pPr marL="0" indent="0">
              <a:buNone/>
            </a:pPr>
            <a:r>
              <a:rPr lang="en-US" altLang="ja-JP" sz="2400" b="1" dirty="0">
                <a:latin typeface="Helvetica" pitchFamily="2" charset="0"/>
              </a:rPr>
              <a:t>Internal IP	: 192.168.10.1/24</a:t>
            </a:r>
          </a:p>
        </p:txBody>
      </p:sp>
    </p:spTree>
    <p:extLst>
      <p:ext uri="{BB962C8B-B14F-4D97-AF65-F5344CB8AC3E}">
        <p14:creationId xmlns:p14="http://schemas.microsoft.com/office/powerpoint/2010/main" val="3583059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8A9D2-2682-9B63-5817-EBD25A9F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5B1C19-6266-C187-7726-6C2D0C870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NAPT Router 2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A86C265-14DA-B2CB-11F3-9718CB592293}"/>
              </a:ext>
            </a:extLst>
          </p:cNvPr>
          <p:cNvSpPr txBox="1"/>
          <p:nvPr/>
        </p:nvSpPr>
        <p:spPr>
          <a:xfrm>
            <a:off x="3873276" y="5274646"/>
            <a:ext cx="4616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ja-JP" sz="2400" b="1" dirty="0">
                <a:latin typeface="Helvetica" pitchFamily="2" charset="0"/>
              </a:rPr>
              <a:t>External IP	: 10.0.100.106/24</a:t>
            </a:r>
          </a:p>
          <a:p>
            <a:pPr marL="0" indent="0">
              <a:buNone/>
            </a:pPr>
            <a:r>
              <a:rPr lang="en-US" altLang="ja-JP" sz="2400" b="1" dirty="0">
                <a:latin typeface="Helvetica" pitchFamily="2" charset="0"/>
              </a:rPr>
              <a:t>Internal IP	: 192.168.20.1/24</a:t>
            </a:r>
          </a:p>
        </p:txBody>
      </p:sp>
    </p:spTree>
    <p:extLst>
      <p:ext uri="{BB962C8B-B14F-4D97-AF65-F5344CB8AC3E}">
        <p14:creationId xmlns:p14="http://schemas.microsoft.com/office/powerpoint/2010/main" val="68917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0291B-AC27-4147-4C3E-2680DAA6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kumimoji="1"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TP-Link products IoT camera</a:t>
            </a: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VIGI C450</a:t>
            </a: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(General Node 1)</a:t>
            </a: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05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0291B-AC27-4147-4C3E-2680DAA6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kumimoji="1"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TP-Link products IoT camera</a:t>
            </a: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VIGI C540V</a:t>
            </a: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(General Node 2)</a:t>
            </a: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67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0291B-AC27-4147-4C3E-2680DAA6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Stream Viewer</a:t>
            </a:r>
          </a:p>
          <a:p>
            <a:pPr marL="0" indent="0" algn="ctr">
              <a:buNone/>
            </a:pPr>
            <a:r>
              <a:rPr lang="en-US" altLang="ja-JP" sz="5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(CYPHONIC Node)</a:t>
            </a:r>
            <a:endParaRPr kumimoji="1" lang="en-US" altLang="ja-JP" sz="54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1C14F34-CDCE-FA47-2C6A-E3FAB1BFEFE9}"/>
              </a:ext>
            </a:extLst>
          </p:cNvPr>
          <p:cNvSpPr txBox="1"/>
          <p:nvPr/>
        </p:nvSpPr>
        <p:spPr>
          <a:xfrm>
            <a:off x="3873276" y="5678906"/>
            <a:ext cx="4250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ja-JP" sz="2400" b="1" dirty="0">
                <a:latin typeface="Helvetica" pitchFamily="2" charset="0"/>
              </a:rPr>
              <a:t>Private IP   : 192.168.20.5/24</a:t>
            </a:r>
          </a:p>
        </p:txBody>
      </p:sp>
    </p:spTree>
    <p:extLst>
      <p:ext uri="{BB962C8B-B14F-4D97-AF65-F5344CB8AC3E}">
        <p14:creationId xmlns:p14="http://schemas.microsoft.com/office/powerpoint/2010/main" val="227274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81</Words>
  <Application>Microsoft Macintosh PowerPoint</Application>
  <PresentationFormat>ワイド画面</PresentationFormat>
  <Paragraphs>43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Helvetica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後藤　廉</dc:creator>
  <cp:lastModifiedBy>後藤　廉</cp:lastModifiedBy>
  <cp:revision>31</cp:revision>
  <cp:lastPrinted>2024-01-02T17:45:57Z</cp:lastPrinted>
  <dcterms:created xsi:type="dcterms:W3CDTF">2024-01-02T17:03:53Z</dcterms:created>
  <dcterms:modified xsi:type="dcterms:W3CDTF">2024-01-19T09:11:57Z</dcterms:modified>
</cp:coreProperties>
</file>